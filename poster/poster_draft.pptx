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30279975" cy="42808525"/>
  <p:notesSz cx="6669088" cy="9926638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>
          <p15:clr>
            <a:srgbClr val="A4A3A4"/>
          </p15:clr>
        </p15:guide>
        <p15:guide id="2" orient="horz" pos="25705">
          <p15:clr>
            <a:srgbClr val="A4A3A4"/>
          </p15:clr>
        </p15:guide>
        <p15:guide id="3" orient="horz" pos="3473">
          <p15:clr>
            <a:srgbClr val="A4A3A4"/>
          </p15:clr>
        </p15:guide>
        <p15:guide id="4" orient="horz" pos="26279">
          <p15:clr>
            <a:srgbClr val="A4A3A4"/>
          </p15:clr>
        </p15:guide>
        <p15:guide id="5" orient="horz" pos="2494">
          <p15:clr>
            <a:srgbClr val="A4A3A4"/>
          </p15:clr>
        </p15:guide>
        <p15:guide id="6" pos="9720">
          <p15:clr>
            <a:srgbClr val="A4A3A4"/>
          </p15:clr>
        </p15:guide>
        <p15:guide id="7" pos="9158">
          <p15:clr>
            <a:srgbClr val="A4A3A4"/>
          </p15:clr>
        </p15:guide>
        <p15:guide id="8" pos="18394">
          <p15:clr>
            <a:srgbClr val="A4A3A4"/>
          </p15:clr>
        </p15:guide>
        <p15:guide id="9" pos="4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652D89"/>
    <a:srgbClr val="D4D5E5"/>
    <a:srgbClr val="D4DFE7"/>
    <a:srgbClr val="006684"/>
    <a:srgbClr val="E3D9CE"/>
    <a:srgbClr val="F26531"/>
    <a:srgbClr val="E3D9DB"/>
    <a:srgbClr val="D11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84" autoAdjust="0"/>
    <p:restoredTop sz="94690"/>
  </p:normalViewPr>
  <p:slideViewPr>
    <p:cSldViewPr snapToGrid="0">
      <p:cViewPr varScale="1">
        <p:scale>
          <a:sx n="14" d="100"/>
          <a:sy n="14" d="100"/>
        </p:scale>
        <p:origin x="3082" y="110"/>
      </p:cViewPr>
      <p:guideLst>
        <p:guide orient="horz" pos="2165"/>
        <p:guide orient="horz" pos="25705"/>
        <p:guide orient="horz" pos="3473"/>
        <p:guide orient="horz" pos="26279"/>
        <p:guide orient="horz" pos="2494"/>
        <p:guide pos="9720"/>
        <p:guide pos="9158"/>
        <p:guide pos="18394"/>
        <p:guide pos="4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-2704" y="-104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localhost\Users\rk\Code\bid-lands\presentation\auxiliar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2000"/>
              <a:t>Bid Landscape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dk1">
                  <a:tint val="885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Sheet1!$B$2:$B$302</c:f>
              <c:numCache>
                <c:formatCode>0.00E+00</c:formatCode>
                <c:ptCount val="301"/>
                <c:pt idx="0" formatCode="General">
                  <c:v>0</c:v>
                </c:pt>
                <c:pt idx="1">
                  <c:v>1.01045421822305E-14</c:v>
                </c:pt>
                <c:pt idx="2">
                  <c:v>1.2666318089934499E-10</c:v>
                </c:pt>
                <c:pt idx="3">
                  <c:v>1.29715810709218E-8</c:v>
                </c:pt>
                <c:pt idx="4">
                  <c:v>2.3235486417265099E-7</c:v>
                </c:pt>
                <c:pt idx="5">
                  <c:v>1.7344790414938801E-6</c:v>
                </c:pt>
                <c:pt idx="6">
                  <c:v>7.7315337078731292E-6</c:v>
                </c:pt>
                <c:pt idx="7">
                  <c:v>2.4661389065978599E-5</c:v>
                </c:pt>
                <c:pt idx="8">
                  <c:v>6.2376467451593005E-5</c:v>
                </c:pt>
                <c:pt idx="9" formatCode="General">
                  <c:v>1.33285864517347E-4</c:v>
                </c:pt>
                <c:pt idx="10" formatCode="General">
                  <c:v>2.5081092773766199E-4</c:v>
                </c:pt>
                <c:pt idx="11" formatCode="General">
                  <c:v>4.2766698432869E-4</c:v>
                </c:pt>
                <c:pt idx="12" formatCode="General">
                  <c:v>6.7438208087221903E-4</c:v>
                </c:pt>
                <c:pt idx="13" formatCode="General">
                  <c:v>9.9827536450812905E-4</c:v>
                </c:pt>
                <c:pt idx="14" formatCode="General">
                  <c:v>1.4029493406690101E-3</c:v>
                </c:pt>
                <c:pt idx="15" formatCode="General">
                  <c:v>1.88823996455852E-3</c:v>
                </c:pt>
                <c:pt idx="16" formatCode="General">
                  <c:v>2.4505152647233399E-3</c:v>
                </c:pt>
                <c:pt idx="17" formatCode="General">
                  <c:v>3.0832011181160298E-3</c:v>
                </c:pt>
                <c:pt idx="18" formatCode="General">
                  <c:v>3.7774247603029501E-3</c:v>
                </c:pt>
                <c:pt idx="19" formatCode="General">
                  <c:v>4.5226893677972396E-3</c:v>
                </c:pt>
                <c:pt idx="20" formatCode="General">
                  <c:v>5.3075180744097204E-3</c:v>
                </c:pt>
                <c:pt idx="21" formatCode="General">
                  <c:v>6.1200284462863902E-3</c:v>
                </c:pt>
                <c:pt idx="22" formatCode="General">
                  <c:v>6.9484167633944802E-3</c:v>
                </c:pt>
                <c:pt idx="23" formatCode="General">
                  <c:v>7.7813450514287704E-3</c:v>
                </c:pt>
                <c:pt idx="24" formatCode="General">
                  <c:v>8.6082331161307507E-3</c:v>
                </c:pt>
                <c:pt idx="25" formatCode="General">
                  <c:v>9.4194636304740492E-3</c:v>
                </c:pt>
                <c:pt idx="26" formatCode="General">
                  <c:v>1.0206511454767199E-2</c:v>
                </c:pt>
                <c:pt idx="27" formatCode="General">
                  <c:v>1.0962009593493501E-2</c:v>
                </c:pt>
                <c:pt idx="28" formatCode="General">
                  <c:v>1.1679764140052E-2</c:v>
                </c:pt>
                <c:pt idx="29" formatCode="General">
                  <c:v>1.2354729717694701E-2</c:v>
                </c:pt>
                <c:pt idx="30" formatCode="General">
                  <c:v>1.2982955648138899E-2</c:v>
                </c:pt>
                <c:pt idx="31" formatCode="General">
                  <c:v>1.3561511617055299E-2</c:v>
                </c:pt>
                <c:pt idx="32" formatCode="General">
                  <c:v>1.4088400122250801E-2</c:v>
                </c:pt>
                <c:pt idx="33" formatCode="General">
                  <c:v>1.4562461587484501E-2</c:v>
                </c:pt>
                <c:pt idx="34" formatCode="General">
                  <c:v>1.4983276759229299E-2</c:v>
                </c:pt>
                <c:pt idx="35" formatCode="General">
                  <c:v>1.53510699011941E-2</c:v>
                </c:pt>
                <c:pt idx="36" formatCode="General">
                  <c:v>1.5666615367688E-2</c:v>
                </c:pt>
                <c:pt idx="37" formatCode="General">
                  <c:v>1.5931149365003599E-2</c:v>
                </c:pt>
                <c:pt idx="38" formatCode="General">
                  <c:v>1.6146288085890099E-2</c:v>
                </c:pt>
                <c:pt idx="39" formatCode="General">
                  <c:v>1.6313952908406301E-2</c:v>
                </c:pt>
                <c:pt idx="40" formatCode="General">
                  <c:v>1.6436302968534201E-2</c:v>
                </c:pt>
                <c:pt idx="41" formatCode="General">
                  <c:v>1.6515675127951001E-2</c:v>
                </c:pt>
                <c:pt idx="42" formatCode="General">
                  <c:v>1.6554531147712399E-2</c:v>
                </c:pt>
                <c:pt idx="43" formatCode="General">
                  <c:v>1.6555411730535801E-2</c:v>
                </c:pt>
                <c:pt idx="44" formatCode="General">
                  <c:v>1.65208969960777E-2</c:v>
                </c:pt>
                <c:pt idx="45" formatCode="General">
                  <c:v>1.64535728941946E-2</c:v>
                </c:pt>
                <c:pt idx="46" formatCode="General">
                  <c:v>1.6356003031598201E-2</c:v>
                </c:pt>
                <c:pt idx="47" formatCode="General">
                  <c:v>1.6230705380111302E-2</c:v>
                </c:pt>
                <c:pt idx="48" formatCode="General">
                  <c:v>1.60801333438787E-2</c:v>
                </c:pt>
                <c:pt idx="49" formatCode="General">
                  <c:v>1.5906660683570301E-2</c:v>
                </c:pt>
                <c:pt idx="50" formatCode="General">
                  <c:v>1.5712569824051E-2</c:v>
                </c:pt>
                <c:pt idx="51" formatCode="General">
                  <c:v>1.5500043105243401E-2</c:v>
                </c:pt>
                <c:pt idx="52" formatCode="General">
                  <c:v>1.52711565717368E-2</c:v>
                </c:pt>
                <c:pt idx="53" formatCode="General">
                  <c:v>1.5027875933418399E-2</c:v>
                </c:pt>
                <c:pt idx="54" formatCode="General">
                  <c:v>1.47720543657996E-2</c:v>
                </c:pt>
                <c:pt idx="55" formatCode="General">
                  <c:v>1.45054318539068E-2</c:v>
                </c:pt>
                <c:pt idx="56" formatCode="General">
                  <c:v>1.4229635817014001E-2</c:v>
                </c:pt>
                <c:pt idx="57" formatCode="General">
                  <c:v>1.3946182782740599E-2</c:v>
                </c:pt>
                <c:pt idx="58" formatCode="General">
                  <c:v>1.3656480907906301E-2</c:v>
                </c:pt>
                <c:pt idx="59" formatCode="General">
                  <c:v>1.33618331699417E-2</c:v>
                </c:pt>
                <c:pt idx="60" formatCode="General">
                  <c:v>1.30634410765954E-2</c:v>
                </c:pt>
                <c:pt idx="61" formatCode="General">
                  <c:v>1.2762408763223701E-2</c:v>
                </c:pt>
                <c:pt idx="62" formatCode="General">
                  <c:v>1.24597473662052E-2</c:v>
                </c:pt>
                <c:pt idx="63" formatCode="General">
                  <c:v>1.21563795781259E-2</c:v>
                </c:pt>
                <c:pt idx="64" formatCode="General">
                  <c:v>1.18531443054884E-2</c:v>
                </c:pt>
                <c:pt idx="65" formatCode="General">
                  <c:v>1.15508013629648E-2</c:v>
                </c:pt>
                <c:pt idx="66" formatCode="General">
                  <c:v>1.12500361498143E-2</c:v>
                </c:pt>
                <c:pt idx="67" formatCode="General">
                  <c:v>1.09514642641676E-2</c:v>
                </c:pt>
                <c:pt idx="68" formatCode="General">
                  <c:v>1.06556360196036E-2</c:v>
                </c:pt>
                <c:pt idx="69" formatCode="General">
                  <c:v>1.0363040835956201E-2</c:v>
                </c:pt>
                <c:pt idx="70" formatCode="General">
                  <c:v>1.0074111482718501E-2</c:v>
                </c:pt>
                <c:pt idx="71" formatCode="General">
                  <c:v>9.7892281588858893E-3</c:v>
                </c:pt>
                <c:pt idx="72" formatCode="General">
                  <c:v>9.5087223977195594E-3</c:v>
                </c:pt>
                <c:pt idx="73" formatCode="General">
                  <c:v>9.2328807888078703E-3</c:v>
                </c:pt>
                <c:pt idx="74" formatCode="General">
                  <c:v>8.9619485130615299E-3</c:v>
                </c:pt>
                <c:pt idx="75" formatCode="General">
                  <c:v>8.6961326889759098E-3</c:v>
                </c:pt>
                <c:pt idx="76" formatCode="General">
                  <c:v>8.4356055307071402E-3</c:v>
                </c:pt>
                <c:pt idx="77" formatCode="General">
                  <c:v>8.1805073203046197E-3</c:v>
                </c:pt>
                <c:pt idx="78" formatCode="General">
                  <c:v>7.9309491978804304E-3</c:v>
                </c:pt>
                <c:pt idx="79" formatCode="General">
                  <c:v>7.6870157746262496E-3</c:v>
                </c:pt>
                <c:pt idx="80" formatCode="General">
                  <c:v>7.4487675744585599E-3</c:v>
                </c:pt>
                <c:pt idx="81" formatCode="General">
                  <c:v>7.2162433107210398E-3</c:v>
                </c:pt>
                <c:pt idx="82" formatCode="General">
                  <c:v>6.9894620048353198E-3</c:v>
                </c:pt>
                <c:pt idx="83" formatCode="General">
                  <c:v>6.7684249540972199E-3</c:v>
                </c:pt>
                <c:pt idx="84" formatCode="General">
                  <c:v>6.5531175559917403E-3</c:v>
                </c:pt>
                <c:pt idx="85" formatCode="General">
                  <c:v>6.3435109964693603E-3</c:v>
                </c:pt>
                <c:pt idx="86" formatCode="General">
                  <c:v>6.1395638096067703E-3</c:v>
                </c:pt>
                <c:pt idx="87" formatCode="General">
                  <c:v>5.9412233159868199E-3</c:v>
                </c:pt>
                <c:pt idx="88" formatCode="General">
                  <c:v>5.7484269469846401E-3</c:v>
                </c:pt>
                <c:pt idx="89" formatCode="General">
                  <c:v>5.5611034619577997E-3</c:v>
                </c:pt>
                <c:pt idx="90" formatCode="General">
                  <c:v>5.3791740651122997E-3</c:v>
                </c:pt>
                <c:pt idx="91" formatCode="General">
                  <c:v>5.2025534285669497E-3</c:v>
                </c:pt>
                <c:pt idx="92" formatCode="General">
                  <c:v>5.0311506278698202E-3</c:v>
                </c:pt>
                <c:pt idx="93" formatCode="General">
                  <c:v>4.8648699959407196E-3</c:v>
                </c:pt>
                <c:pt idx="94" formatCode="General">
                  <c:v>4.7036119011262499E-3</c:v>
                </c:pt>
                <c:pt idx="95" formatCode="General">
                  <c:v>4.5472734547647E-3</c:v>
                </c:pt>
                <c:pt idx="96" formatCode="General">
                  <c:v>4.3957491533682296E-3</c:v>
                </c:pt>
                <c:pt idx="97" formatCode="General">
                  <c:v>4.2489314602453402E-3</c:v>
                </c:pt>
                <c:pt idx="98" formatCode="General">
                  <c:v>4.10671133110555E-3</c:v>
                </c:pt>
                <c:pt idx="99" formatCode="General">
                  <c:v>3.9689786879165403E-3</c:v>
                </c:pt>
                <c:pt idx="100" formatCode="General">
                  <c:v>3.8356228450197199E-3</c:v>
                </c:pt>
                <c:pt idx="101" formatCode="General">
                  <c:v>3.7065328912561698E-3</c:v>
                </c:pt>
                <c:pt idx="102" formatCode="General">
                  <c:v>3.5815980316111101E-3</c:v>
                </c:pt>
                <c:pt idx="103" formatCode="General">
                  <c:v>3.46070789165183E-3</c:v>
                </c:pt>
                <c:pt idx="104" formatCode="General">
                  <c:v>3.34375278781247E-3</c:v>
                </c:pt>
                <c:pt idx="105" formatCode="General">
                  <c:v>3.2306239663680699E-3</c:v>
                </c:pt>
                <c:pt idx="106" formatCode="General">
                  <c:v>3.1212138137405999E-3</c:v>
                </c:pt>
                <c:pt idx="107" formatCode="General">
                  <c:v>3.0154160405915301E-3</c:v>
                </c:pt>
                <c:pt idx="108" formatCode="General">
                  <c:v>2.9131258419773801E-3</c:v>
                </c:pt>
                <c:pt idx="109" formatCode="General">
                  <c:v>2.8142400356775E-3</c:v>
                </c:pt>
                <c:pt idx="110" formatCode="General">
                  <c:v>2.7186571806464598E-3</c:v>
                </c:pt>
                <c:pt idx="111" formatCode="General">
                  <c:v>2.6262776773959499E-3</c:v>
                </c:pt>
                <c:pt idx="112" formatCode="General">
                  <c:v>2.5370038519733E-3</c:v>
                </c:pt>
                <c:pt idx="113" formatCode="General">
                  <c:v>2.4507400250749801E-3</c:v>
                </c:pt>
                <c:pt idx="114" formatCode="General">
                  <c:v>2.3673925677129399E-3</c:v>
                </c:pt>
                <c:pt idx="115" formatCode="General">
                  <c:v>2.2868699447397799E-3</c:v>
                </c:pt>
                <c:pt idx="116" formatCode="General">
                  <c:v>2.2090827474340502E-3</c:v>
                </c:pt>
                <c:pt idx="117" formatCode="General">
                  <c:v>2.1339437162499102E-3</c:v>
                </c:pt>
                <c:pt idx="118" formatCode="General">
                  <c:v>2.0613677547453098E-3</c:v>
                </c:pt>
                <c:pt idx="119" formatCode="General">
                  <c:v>1.99127193561866E-3</c:v>
                </c:pt>
                <c:pt idx="120" formatCode="General">
                  <c:v>1.92357549970665E-3</c:v>
                </c:pt>
                <c:pt idx="121" formatCode="General">
                  <c:v>1.8581998487235999E-3</c:v>
                </c:pt>
                <c:pt idx="122" formatCode="General">
                  <c:v>1.79506853245624E-3</c:v>
                </c:pt>
                <c:pt idx="123" formatCode="General">
                  <c:v>1.7341072310659801E-3</c:v>
                </c:pt>
                <c:pt idx="124" formatCode="General">
                  <c:v>1.6752437330939101E-3</c:v>
                </c:pt>
                <c:pt idx="125" formatCode="General">
                  <c:v>1.61840790971117E-3</c:v>
                </c:pt>
                <c:pt idx="126" formatCode="General">
                  <c:v>1.5635316857084899E-3</c:v>
                </c:pt>
                <c:pt idx="127" formatCode="General">
                  <c:v>1.51054900767434E-3</c:v>
                </c:pt>
                <c:pt idx="128" formatCode="General">
                  <c:v>1.45939580976958E-3</c:v>
                </c:pt>
                <c:pt idx="129" formatCode="General">
                  <c:v>1.4100099774685801E-3</c:v>
                </c:pt>
                <c:pt idx="130" formatCode="General">
                  <c:v>1.36233130960204E-3</c:v>
                </c:pt>
                <c:pt idx="131" formatCode="General">
                  <c:v>1.31630147900429E-3</c:v>
                </c:pt>
                <c:pt idx="132" formatCode="General">
                  <c:v>1.2718639920386999E-3</c:v>
                </c:pt>
                <c:pt idx="133" formatCode="General">
                  <c:v>1.2289641472474401E-3</c:v>
                </c:pt>
                <c:pt idx="134" formatCode="General">
                  <c:v>1.1875489933473901E-3</c:v>
                </c:pt>
                <c:pt idx="135" formatCode="General">
                  <c:v>1.1475672867706399E-3</c:v>
                </c:pt>
                <c:pt idx="136" formatCode="General">
                  <c:v>1.1089694489279699E-3</c:v>
                </c:pt>
                <c:pt idx="137" formatCode="General">
                  <c:v>1.0717075233538701E-3</c:v>
                </c:pt>
                <c:pt idx="138" formatCode="General">
                  <c:v>1.0357351328747499E-3</c:v>
                </c:pt>
                <c:pt idx="139" formatCode="General">
                  <c:v>1.0010074369258301E-3</c:v>
                </c:pt>
                <c:pt idx="140" formatCode="General">
                  <c:v>9.6748108912782401E-4</c:v>
                </c:pt>
                <c:pt idx="141" formatCode="General">
                  <c:v>9.3511419522103803E-4</c:v>
                </c:pt>
                <c:pt idx="142" formatCode="General">
                  <c:v>9.0386627144275501E-4</c:v>
                </c:pt>
                <c:pt idx="143" formatCode="General">
                  <c:v>8.7369820342260397E-4</c:v>
                </c:pt>
                <c:pt idx="144" formatCode="General">
                  <c:v>8.4457220566065098E-4</c:v>
                </c:pt>
                <c:pt idx="145" formatCode="General">
                  <c:v>8.1645178164400196E-4</c:v>
                </c:pt>
                <c:pt idx="146" formatCode="General">
                  <c:v>7.8930168464938402E-4</c:v>
                </c:pt>
                <c:pt idx="147" formatCode="General">
                  <c:v>7.6308787927181201E-4</c:v>
                </c:pt>
                <c:pt idx="148" formatCode="General">
                  <c:v>7.3777750371271998E-4</c:v>
                </c:pt>
                <c:pt idx="149" formatCode="General">
                  <c:v>7.1333883285483902E-4</c:v>
                </c:pt>
                <c:pt idx="150" formatCode="General">
                  <c:v>6.8974124214567895E-4</c:v>
                </c:pt>
                <c:pt idx="151" formatCode="General">
                  <c:v>6.6695517230655195E-4</c:v>
                </c:pt>
                <c:pt idx="152" formatCode="General">
                  <c:v>6.4495209487961302E-4</c:v>
                </c:pt>
                <c:pt idx="153" formatCode="General">
                  <c:v>6.2370447862151405E-4</c:v>
                </c:pt>
                <c:pt idx="154" formatCode="General">
                  <c:v>6.0318575674867501E-4</c:v>
                </c:pt>
                <c:pt idx="155" formatCode="General">
                  <c:v>5.8337029503606605E-4</c:v>
                </c:pt>
                <c:pt idx="156" formatCode="General">
                  <c:v>5.6423336076853303E-4</c:v>
                </c:pt>
                <c:pt idx="157" formatCode="General">
                  <c:v>5.4575109254132901E-4</c:v>
                </c:pt>
                <c:pt idx="158" formatCode="General">
                  <c:v>5.2790047090418098E-4</c:v>
                </c:pt>
                <c:pt idx="159" formatCode="General">
                  <c:v>5.1065928984142799E-4</c:v>
                </c:pt>
                <c:pt idx="160" formatCode="General">
                  <c:v>4.9400612907900699E-4</c:v>
                </c:pt>
                <c:pt idx="161" formatCode="General">
                  <c:v>4.7792032720759902E-4</c:v>
                </c:pt>
                <c:pt idx="162" formatCode="General">
                  <c:v>4.6238195561003402E-4</c:v>
                </c:pt>
                <c:pt idx="163" formatCode="General">
                  <c:v>4.4737179317990599E-4</c:v>
                </c:pt>
                <c:pt idx="164" formatCode="General">
                  <c:v>4.3287130181747101E-4</c:v>
                </c:pt>
                <c:pt idx="165" formatCode="General">
                  <c:v>4.1886260268808199E-4</c:v>
                </c:pt>
                <c:pt idx="166" formatCode="General">
                  <c:v>4.05328453227836E-4</c:v>
                </c:pt>
                <c:pt idx="167" formatCode="General">
                  <c:v>3.9225222488050202E-4</c:v>
                </c:pt>
                <c:pt idx="168" formatCode="General">
                  <c:v>3.79617881549465E-4</c:v>
                </c:pt>
                <c:pt idx="169" formatCode="General">
                  <c:v>3.6740995874804397E-4</c:v>
                </c:pt>
                <c:pt idx="170" formatCode="General">
                  <c:v>3.5561354343134703E-4</c:v>
                </c:pt>
                <c:pt idx="171" formatCode="General">
                  <c:v>3.4421425449265798E-4</c:v>
                </c:pt>
                <c:pt idx="172" formatCode="General">
                  <c:v>3.3319822390725498E-4</c:v>
                </c:pt>
                <c:pt idx="173" formatCode="General">
                  <c:v>3.2255207850658002E-4</c:v>
                </c:pt>
                <c:pt idx="174" formatCode="General">
                  <c:v>3.1226292236565803E-4</c:v>
                </c:pt>
                <c:pt idx="175" formatCode="General">
                  <c:v>3.0231831978679702E-4</c:v>
                </c:pt>
                <c:pt idx="176" formatCode="General">
                  <c:v>2.92706278862674E-4</c:v>
                </c:pt>
                <c:pt idx="177" formatCode="General">
                  <c:v>2.8341523560212502E-4</c:v>
                </c:pt>
                <c:pt idx="178" formatCode="General">
                  <c:v>2.7443403860211998E-4</c:v>
                </c:pt>
                <c:pt idx="179" formatCode="General">
                  <c:v>2.6575193424963203E-4</c:v>
                </c:pt>
                <c:pt idx="180" formatCode="General">
                  <c:v>2.5735855243734902E-4</c:v>
                </c:pt>
                <c:pt idx="181" formatCode="General">
                  <c:v>2.4924389277748802E-4</c:v>
                </c:pt>
                <c:pt idx="182" formatCode="General">
                  <c:v>2.4139831129820299E-4</c:v>
                </c:pt>
                <c:pt idx="183" formatCode="General">
                  <c:v>2.3381250760739E-4</c:v>
                </c:pt>
                <c:pt idx="184" formatCode="General">
                  <c:v>2.26477512509057E-4</c:v>
                </c:pt>
                <c:pt idx="185" formatCode="General">
                  <c:v>2.19384676057675E-4</c:v>
                </c:pt>
                <c:pt idx="186" formatCode="General">
                  <c:v>2.1252565603631501E-4</c:v>
                </c:pt>
                <c:pt idx="187" formatCode="General">
                  <c:v>2.0589240684467801E-4</c:v>
                </c:pt>
                <c:pt idx="188" formatCode="General">
                  <c:v>1.9947716878348701E-4</c:v>
                </c:pt>
                <c:pt idx="189" formatCode="General">
                  <c:v>1.93272457722045E-4</c:v>
                </c:pt>
                <c:pt idx="190" formatCode="General">
                  <c:v>1.8727105513609499E-4</c:v>
                </c:pt>
                <c:pt idx="191" formatCode="General">
                  <c:v>1.8146599850350201E-4</c:v>
                </c:pt>
                <c:pt idx="192" formatCode="General">
                  <c:v>1.7585057204556201E-4</c:v>
                </c:pt>
                <c:pt idx="193" formatCode="General">
                  <c:v>1.7041829780214301E-4</c:v>
                </c:pt>
                <c:pt idx="194" formatCode="General">
                  <c:v>1.6516292702916199E-4</c:v>
                </c:pt>
                <c:pt idx="195" formatCode="General">
                  <c:v>1.6007843190725499E-4</c:v>
                </c:pt>
                <c:pt idx="196" formatCode="General">
                  <c:v>1.5515899755082601E-4</c:v>
                </c:pt>
                <c:pt idx="197" formatCode="General">
                  <c:v>1.5039901430698001E-4</c:v>
                </c:pt>
                <c:pt idx="198" formatCode="General">
                  <c:v>1.4579307033417801E-4</c:v>
                </c:pt>
                <c:pt idx="199" formatCode="General">
                  <c:v>1.4133594445076101E-4</c:v>
                </c:pt>
                <c:pt idx="200" formatCode="General">
                  <c:v>1.3702259924379401E-4</c:v>
                </c:pt>
                <c:pt idx="201" formatCode="General">
                  <c:v>1.32848174429001E-4</c:v>
                </c:pt>
                <c:pt idx="202" formatCode="General">
                  <c:v>1.2880798045283599E-4</c:v>
                </c:pt>
                <c:pt idx="203" formatCode="General">
                  <c:v>1.2489749232805599E-4</c:v>
                </c:pt>
                <c:pt idx="204" formatCode="General">
                  <c:v>1.2111234369441301E-4</c:v>
                </c:pt>
                <c:pt idx="205" formatCode="General">
                  <c:v>1.17448321096375E-4</c:v>
                </c:pt>
                <c:pt idx="206" formatCode="General">
                  <c:v>1.13901358470071E-4</c:v>
                </c:pt>
                <c:pt idx="207" formatCode="General">
                  <c:v>1.10467531831882E-4</c:v>
                </c:pt>
                <c:pt idx="208" formatCode="General">
                  <c:v>1.0714305416139E-4</c:v>
                </c:pt>
                <c:pt idx="209" formatCode="General">
                  <c:v>1.03924270471625E-4</c:v>
                </c:pt>
                <c:pt idx="210" formatCode="General">
                  <c:v>1.00807653059805E-4</c:v>
                </c:pt>
                <c:pt idx="211">
                  <c:v>9.7789796931987803E-5</c:v>
                </c:pt>
                <c:pt idx="212">
                  <c:v>9.4867415395290998E-5</c:v>
                </c:pt>
                <c:pt idx="213">
                  <c:v>9.2037335811555402E-5</c:v>
                </c:pt>
                <c:pt idx="214">
                  <c:v>8.9296495506543694E-5</c:v>
                </c:pt>
                <c:pt idx="215">
                  <c:v>8.6641937828957897E-5</c:v>
                </c:pt>
                <c:pt idx="216">
                  <c:v>8.4070808353799004E-5</c:v>
                </c:pt>
                <c:pt idx="217">
                  <c:v>8.1580351224743003E-5</c:v>
                </c:pt>
                <c:pt idx="218">
                  <c:v>7.9167905630431198E-5</c:v>
                </c:pt>
                <c:pt idx="219">
                  <c:v>7.68309024097363E-5</c:v>
                </c:pt>
                <c:pt idx="220">
                  <c:v>7.45668607812533E-5</c:v>
                </c:pt>
                <c:pt idx="221">
                  <c:v>7.2373385192429094E-5</c:v>
                </c:pt>
                <c:pt idx="222">
                  <c:v>7.0248162283917298E-5</c:v>
                </c:pt>
                <c:pt idx="223">
                  <c:v>6.8188957964895999E-5</c:v>
                </c:pt>
                <c:pt idx="224">
                  <c:v>6.6193614595252804E-5</c:v>
                </c:pt>
                <c:pt idx="225">
                  <c:v>6.4260048270678604E-5</c:v>
                </c:pt>
                <c:pt idx="226">
                  <c:v>6.23862462068656E-5</c:v>
                </c:pt>
                <c:pt idx="227">
                  <c:v>6.0570264219141403E-5</c:v>
                </c:pt>
                <c:pt idx="228">
                  <c:v>5.8810224294002697E-5</c:v>
                </c:pt>
                <c:pt idx="229">
                  <c:v>5.7104312249145899E-5</c:v>
                </c:pt>
                <c:pt idx="230">
                  <c:v>5.5450775478718999E-5</c:v>
                </c:pt>
                <c:pt idx="231">
                  <c:v>5.3847920780633097E-5</c:v>
                </c:pt>
                <c:pt idx="232">
                  <c:v>5.2294112262895402E-5</c:v>
                </c:pt>
                <c:pt idx="233">
                  <c:v>5.0787769326034302E-5</c:v>
                </c:pt>
                <c:pt idx="234">
                  <c:v>4.9327364718800602E-5</c:v>
                </c:pt>
                <c:pt idx="235">
                  <c:v>4.7911422664423598E-5</c:v>
                </c:pt>
                <c:pt idx="236">
                  <c:v>4.6538517054814201E-5</c:v>
                </c:pt>
                <c:pt idx="237">
                  <c:v>4.5207269710196101E-5</c:v>
                </c:pt>
                <c:pt idx="238">
                  <c:v>4.39163487017396E-5</c:v>
                </c:pt>
                <c:pt idx="239">
                  <c:v>4.2664466734870198E-5</c:v>
                </c:pt>
                <c:pt idx="240">
                  <c:v>4.1450379591002197E-5</c:v>
                </c:pt>
                <c:pt idx="241">
                  <c:v>4.0272884625536998E-5</c:v>
                </c:pt>
                <c:pt idx="242">
                  <c:v>3.9130819320045199E-5</c:v>
                </c:pt>
                <c:pt idx="243">
                  <c:v>3.8023059886629101E-5</c:v>
                </c:pt>
                <c:pt idx="244">
                  <c:v>3.6948519922536101E-5</c:v>
                </c:pt>
                <c:pt idx="245">
                  <c:v>3.5906149113166901E-5</c:v>
                </c:pt>
                <c:pt idx="246">
                  <c:v>3.4894931981693901E-5</c:v>
                </c:pt>
                <c:pt idx="247">
                  <c:v>3.3913886683566399E-5</c:v>
                </c:pt>
                <c:pt idx="248">
                  <c:v>3.2962063844248899E-5</c:v>
                </c:pt>
                <c:pt idx="249">
                  <c:v>3.2038545438599797E-5</c:v>
                </c:pt>
                <c:pt idx="250">
                  <c:v>3.1142443710352498E-5</c:v>
                </c:pt>
                <c:pt idx="251">
                  <c:v>3.0272900130229001E-5</c:v>
                </c:pt>
                <c:pt idx="252">
                  <c:v>2.94290843912577E-5</c:v>
                </c:pt>
                <c:pt idx="253">
                  <c:v>2.86101934399333E-5</c:v>
                </c:pt>
                <c:pt idx="254">
                  <c:v>2.78154505418982E-5</c:v>
                </c:pt>
                <c:pt idx="255">
                  <c:v>2.70441043808799E-5</c:v>
                </c:pt>
                <c:pt idx="256">
                  <c:v>2.6295428189664601E-5</c:v>
                </c:pt>
                <c:pt idx="257">
                  <c:v>2.5568718911930701E-5</c:v>
                </c:pt>
                <c:pt idx="258">
                  <c:v>2.4863296393815099E-5</c:v>
                </c:pt>
                <c:pt idx="259">
                  <c:v>2.4178502604120799E-5</c:v>
                </c:pt>
                <c:pt idx="260">
                  <c:v>2.35137008821216E-5</c:v>
                </c:pt>
                <c:pt idx="261">
                  <c:v>2.2868275211953401E-5</c:v>
                </c:pt>
                <c:pt idx="262">
                  <c:v>2.2241629522623099E-5</c:v>
                </c:pt>
                <c:pt idx="263">
                  <c:v>2.1633187012699601E-5</c:v>
                </c:pt>
                <c:pt idx="264">
                  <c:v>2.10423894987895E-5</c:v>
                </c:pt>
                <c:pt idx="265">
                  <c:v>2.0468696786929998E-5</c:v>
                </c:pt>
                <c:pt idx="266">
                  <c:v>1.9911586066065401E-5</c:v>
                </c:pt>
                <c:pt idx="267">
                  <c:v>1.9370551322807099E-5</c:v>
                </c:pt>
                <c:pt idx="268">
                  <c:v>1.8845102776702899E-5</c:v>
                </c:pt>
                <c:pt idx="269">
                  <c:v>1.8334766335270399E-5</c:v>
                </c:pt>
                <c:pt idx="270">
                  <c:v>1.7839083068083699E-5</c:v>
                </c:pt>
                <c:pt idx="271">
                  <c:v>1.7357608699217499E-5</c:v>
                </c:pt>
                <c:pt idx="272">
                  <c:v>1.6889913117389901E-5</c:v>
                </c:pt>
                <c:pt idx="273">
                  <c:v>1.64355799031632E-5</c:v>
                </c:pt>
                <c:pt idx="274">
                  <c:v>1.5994205872586E-5</c:v>
                </c:pt>
                <c:pt idx="275">
                  <c:v>1.5565400636687299E-5</c:v>
                </c:pt>
                <c:pt idx="276">
                  <c:v>1.51487861762481E-5</c:v>
                </c:pt>
                <c:pt idx="277">
                  <c:v>1.47439964313051E-5</c:v>
                </c:pt>
                <c:pt idx="278">
                  <c:v>1.43506769048544E-5</c:v>
                </c:pt>
                <c:pt idx="279">
                  <c:v>1.3968484280247899E-5</c:v>
                </c:pt>
                <c:pt idx="280">
                  <c:v>1.3597086051789901E-5</c:v>
                </c:pt>
                <c:pt idx="281">
                  <c:v>1.32361601680628E-5</c:v>
                </c:pt>
                <c:pt idx="282">
                  <c:v>1.28853946875269E-5</c:v>
                </c:pt>
                <c:pt idx="283">
                  <c:v>1.2544487445954399E-5</c:v>
                </c:pt>
                <c:pt idx="284">
                  <c:v>1.22131457352772E-5</c:v>
                </c:pt>
                <c:pt idx="285">
                  <c:v>1.1891085993441001E-5</c:v>
                </c:pt>
                <c:pt idx="286">
                  <c:v>1.15780335048745E-5</c:v>
                </c:pt>
                <c:pt idx="287">
                  <c:v>1.1273722111195801E-5</c:v>
                </c:pt>
                <c:pt idx="288">
                  <c:v>1.0977893931793199E-5</c:v>
                </c:pt>
                <c:pt idx="289">
                  <c:v>1.06902990939297E-5</c:v>
                </c:pt>
                <c:pt idx="290">
                  <c:v>1.04106954720349E-5</c:v>
                </c:pt>
                <c:pt idx="291">
                  <c:v>1.0138848435857999E-5</c:v>
                </c:pt>
                <c:pt idx="292">
                  <c:v>9.8745306071704593E-6</c:v>
                </c:pt>
                <c:pt idx="293">
                  <c:v>9.6175216247142795E-6</c:v>
                </c:pt>
                <c:pt idx="294">
                  <c:v>9.3676079171086698E-6</c:v>
                </c:pt>
                <c:pt idx="295">
                  <c:v>9.1245824834315793E-6</c:v>
                </c:pt>
                <c:pt idx="296">
                  <c:v>8.8882446812093404E-6</c:v>
                </c:pt>
                <c:pt idx="297">
                  <c:v>8.6584000215515692E-6</c:v>
                </c:pt>
                <c:pt idx="298">
                  <c:v>8.4348599711828906E-6</c:v>
                </c:pt>
                <c:pt idx="299">
                  <c:v>8.2174417611291993E-6</c:v>
                </c:pt>
                <c:pt idx="300">
                  <c:v>8.0059682018254999E-6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77D-41AB-BBA9-47C591D3AD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1601024"/>
        <c:axId val="2111606944"/>
      </c:lineChart>
      <c:catAx>
        <c:axId val="2111601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Market Price</a:t>
                </a:r>
              </a:p>
            </c:rich>
          </c:tx>
          <c:layout>
            <c:manualLayout>
              <c:xMode val="edge"/>
              <c:yMode val="edge"/>
              <c:x val="0.38357270837236102"/>
              <c:y val="0.867695291980932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1606944"/>
        <c:crosses val="autoZero"/>
        <c:auto val="1"/>
        <c:lblAlgn val="ctr"/>
        <c:lblOffset val="100"/>
        <c:noMultiLvlLbl val="0"/>
      </c:catAx>
      <c:valAx>
        <c:axId val="2111606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Probability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16010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665" cy="496809"/>
          </a:xfrm>
          <a:prstGeom prst="rect">
            <a:avLst/>
          </a:prstGeom>
        </p:spPr>
        <p:txBody>
          <a:bodyPr vert="horz" lIns="90999" tIns="45499" rIns="90999" bIns="45499" rtlCol="0"/>
          <a:lstStyle>
            <a:lvl1pPr algn="l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6866" y="0"/>
            <a:ext cx="2890665" cy="496809"/>
          </a:xfrm>
          <a:prstGeom prst="rect">
            <a:avLst/>
          </a:prstGeom>
        </p:spPr>
        <p:txBody>
          <a:bodyPr vert="horz" wrap="square" lIns="90999" tIns="45499" rIns="90999" bIns="4549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2FF191F4-BEEE-4B59-924D-146E5100186C}" type="datetimeFigureOut">
              <a:rPr lang="en-US" altLang="zh-CN"/>
              <a:pPr>
                <a:defRPr/>
              </a:pPr>
              <a:t>5/7/2021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19300" y="744538"/>
            <a:ext cx="263048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999" tIns="45499" rIns="90999" bIns="4549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598" y="4715710"/>
            <a:ext cx="5335893" cy="4466511"/>
          </a:xfrm>
          <a:prstGeom prst="rect">
            <a:avLst/>
          </a:prstGeom>
        </p:spPr>
        <p:txBody>
          <a:bodyPr vert="horz" lIns="90999" tIns="45499" rIns="90999" bIns="45499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242"/>
            <a:ext cx="2890665" cy="496809"/>
          </a:xfrm>
          <a:prstGeom prst="rect">
            <a:avLst/>
          </a:prstGeom>
        </p:spPr>
        <p:txBody>
          <a:bodyPr vert="horz" lIns="90999" tIns="45499" rIns="90999" bIns="45499" rtlCol="0" anchor="b"/>
          <a:lstStyle>
            <a:lvl1pPr algn="l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6866" y="9428242"/>
            <a:ext cx="2890665" cy="496809"/>
          </a:xfrm>
          <a:prstGeom prst="rect">
            <a:avLst/>
          </a:prstGeom>
        </p:spPr>
        <p:txBody>
          <a:bodyPr vert="horz" wrap="square" lIns="90999" tIns="45499" rIns="90999" bIns="4549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2EA2E364-9A8E-4FD0-B36A-0540C01E6B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74281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>
              <a:ea typeface="ＭＳ Ｐゴシック" panose="020B0600070205080204" pitchFamily="34" charset="-128"/>
            </a:endParaRPr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38731" indent="-283521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37235" indent="-226817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592444" indent="-226817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46078" indent="-226817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499712" indent="-22681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53346" indent="-22681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06980" indent="-22681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60613" indent="-22681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E156ED5-749F-4B66-B0BC-EE2BF5430547}" type="slidenum">
              <a:rPr lang="en-US" altLang="zh-CN" sz="1200"/>
              <a:pPr/>
              <a:t>1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774185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10318" y="9405981"/>
            <a:ext cx="36387892" cy="64910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0632" y="17158652"/>
            <a:ext cx="29967260" cy="7738216"/>
          </a:xfrm>
        </p:spPr>
        <p:txBody>
          <a:bodyPr/>
          <a:lstStyle>
            <a:lvl1pPr marL="0" indent="0" algn="ctr">
              <a:buNone/>
              <a:defRPr/>
            </a:lvl1pPr>
            <a:lvl2pPr marL="457230" indent="0" algn="ctr">
              <a:buNone/>
              <a:defRPr/>
            </a:lvl2pPr>
            <a:lvl3pPr marL="914462" indent="0" algn="ctr">
              <a:buNone/>
              <a:defRPr/>
            </a:lvl3pPr>
            <a:lvl4pPr marL="1371693" indent="0" algn="ctr">
              <a:buNone/>
              <a:defRPr/>
            </a:lvl4pPr>
            <a:lvl5pPr marL="1828925" indent="0" algn="ctr">
              <a:buNone/>
              <a:defRPr/>
            </a:lvl5pPr>
            <a:lvl6pPr marL="2286155" indent="0" algn="ctr">
              <a:buNone/>
              <a:defRPr/>
            </a:lvl6pPr>
            <a:lvl7pPr marL="2743386" indent="0" algn="ctr">
              <a:buNone/>
              <a:defRPr/>
            </a:lvl7pPr>
            <a:lvl8pPr marL="3200618" indent="0" algn="ctr">
              <a:buNone/>
              <a:defRPr/>
            </a:lvl8pPr>
            <a:lvl9pPr marL="3657848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04A3FD-1BC9-43FB-9524-2A6E391B04DC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228761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FA9472-1EDC-4E78-B626-E8963B4DFD4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70006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1578" y="19457251"/>
            <a:ext cx="36387892" cy="6013939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81578" y="12833506"/>
            <a:ext cx="36387892" cy="662374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30" indent="0">
              <a:buNone/>
              <a:defRPr sz="1800"/>
            </a:lvl2pPr>
            <a:lvl3pPr marL="914462" indent="0">
              <a:buNone/>
              <a:defRPr sz="1600"/>
            </a:lvl3pPr>
            <a:lvl4pPr marL="1371693" indent="0">
              <a:buNone/>
              <a:defRPr sz="1400"/>
            </a:lvl4pPr>
            <a:lvl5pPr marL="1828925" indent="0">
              <a:buNone/>
              <a:defRPr sz="1400"/>
            </a:lvl5pPr>
            <a:lvl6pPr marL="2286155" indent="0">
              <a:buNone/>
              <a:defRPr sz="1400"/>
            </a:lvl6pPr>
            <a:lvl7pPr marL="2743386" indent="0">
              <a:buNone/>
              <a:defRPr sz="1400"/>
            </a:lvl7pPr>
            <a:lvl8pPr marL="3200618" indent="0">
              <a:buNone/>
              <a:defRPr sz="1400"/>
            </a:lvl8pPr>
            <a:lvl9pPr marL="3657848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12ABAC-B4DD-45EC-82EC-C36DD6C4417A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4135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10318" y="8747548"/>
            <a:ext cx="18116394" cy="18167985"/>
          </a:xfrm>
        </p:spPr>
        <p:txBody>
          <a:bodyPr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481816" y="8747548"/>
            <a:ext cx="18116395" cy="18167985"/>
          </a:xfrm>
        </p:spPr>
        <p:txBody>
          <a:bodyPr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E7D6C8-A081-4C67-909C-F5764EAE005C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404346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0751" y="1213040"/>
            <a:ext cx="38527026" cy="50466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0749" y="6777512"/>
            <a:ext cx="18914531" cy="282560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0" indent="0">
              <a:buNone/>
              <a:defRPr sz="2000" b="1"/>
            </a:lvl2pPr>
            <a:lvl3pPr marL="914462" indent="0">
              <a:buNone/>
              <a:defRPr sz="1800" b="1"/>
            </a:lvl3pPr>
            <a:lvl4pPr marL="1371693" indent="0">
              <a:buNone/>
              <a:defRPr sz="1600" b="1"/>
            </a:lvl4pPr>
            <a:lvl5pPr marL="1828925" indent="0">
              <a:buNone/>
              <a:defRPr sz="1600" b="1"/>
            </a:lvl5pPr>
            <a:lvl6pPr marL="2286155" indent="0">
              <a:buNone/>
              <a:defRPr sz="1600" b="1"/>
            </a:lvl6pPr>
            <a:lvl7pPr marL="2743386" indent="0">
              <a:buNone/>
              <a:defRPr sz="1600" b="1"/>
            </a:lvl7pPr>
            <a:lvl8pPr marL="3200618" indent="0">
              <a:buNone/>
              <a:defRPr sz="1600" b="1"/>
            </a:lvl8pPr>
            <a:lvl9pPr marL="365784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40749" y="9603116"/>
            <a:ext cx="18914531" cy="17445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746783" y="6777512"/>
            <a:ext cx="18920994" cy="282560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0" indent="0">
              <a:buNone/>
              <a:defRPr sz="2000" b="1"/>
            </a:lvl2pPr>
            <a:lvl3pPr marL="914462" indent="0">
              <a:buNone/>
              <a:defRPr sz="1800" b="1"/>
            </a:lvl3pPr>
            <a:lvl4pPr marL="1371693" indent="0">
              <a:buNone/>
              <a:defRPr sz="1600" b="1"/>
            </a:lvl4pPr>
            <a:lvl5pPr marL="1828925" indent="0">
              <a:buNone/>
              <a:defRPr sz="1600" b="1"/>
            </a:lvl5pPr>
            <a:lvl6pPr marL="2286155" indent="0">
              <a:buNone/>
              <a:defRPr sz="1600" b="1"/>
            </a:lvl6pPr>
            <a:lvl7pPr marL="2743386" indent="0">
              <a:buNone/>
              <a:defRPr sz="1600" b="1"/>
            </a:lvl7pPr>
            <a:lvl8pPr marL="3200618" indent="0">
              <a:buNone/>
              <a:defRPr sz="1600" b="1"/>
            </a:lvl8pPr>
            <a:lvl9pPr marL="365784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746783" y="9603116"/>
            <a:ext cx="18920994" cy="17445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FDE04-0147-494D-B9B4-666AC12382F0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296147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AEFDD-A041-40DE-8F3E-026A5D412433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689466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C1C43-DB4D-4DCF-BEF4-6AC3F85D9F09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059673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0751" y="1205154"/>
            <a:ext cx="14083707" cy="513077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36621" y="1205155"/>
            <a:ext cx="23931156" cy="25843118"/>
          </a:xfrm>
        </p:spPr>
        <p:txBody>
          <a:bodyPr/>
          <a:lstStyle>
            <a:lvl1pPr>
              <a:defRPr sz="3200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0751" y="6335927"/>
            <a:ext cx="14083707" cy="20712344"/>
          </a:xfrm>
        </p:spPr>
        <p:txBody>
          <a:bodyPr/>
          <a:lstStyle>
            <a:lvl1pPr marL="0" indent="0">
              <a:buNone/>
              <a:defRPr sz="1400"/>
            </a:lvl1pPr>
            <a:lvl2pPr marL="457230" indent="0">
              <a:buNone/>
              <a:defRPr sz="1199"/>
            </a:lvl2pPr>
            <a:lvl3pPr marL="914462" indent="0">
              <a:buNone/>
              <a:defRPr sz="1001"/>
            </a:lvl3pPr>
            <a:lvl4pPr marL="1371693" indent="0">
              <a:buNone/>
              <a:defRPr sz="900"/>
            </a:lvl4pPr>
            <a:lvl5pPr marL="1828925" indent="0">
              <a:buNone/>
              <a:defRPr sz="900"/>
            </a:lvl5pPr>
            <a:lvl6pPr marL="2286155" indent="0">
              <a:buNone/>
              <a:defRPr sz="900"/>
            </a:lvl6pPr>
            <a:lvl7pPr marL="2743386" indent="0">
              <a:buNone/>
              <a:defRPr sz="900"/>
            </a:lvl7pPr>
            <a:lvl8pPr marL="3200618" indent="0">
              <a:buNone/>
              <a:defRPr sz="900"/>
            </a:lvl8pPr>
            <a:lvl9pPr marL="365784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98C72-8830-4B4E-8C2A-4C7388F748C9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4110256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125" y="21195984"/>
            <a:ext cx="25685760" cy="250230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90125" y="2706011"/>
            <a:ext cx="25685760" cy="18167985"/>
          </a:xfrm>
        </p:spPr>
        <p:txBody>
          <a:bodyPr/>
          <a:lstStyle>
            <a:lvl1pPr marL="0" indent="0">
              <a:buNone/>
              <a:defRPr sz="3200"/>
            </a:lvl1pPr>
            <a:lvl2pPr marL="457230" indent="0">
              <a:buNone/>
              <a:defRPr sz="2801"/>
            </a:lvl2pPr>
            <a:lvl3pPr marL="914462" indent="0">
              <a:buNone/>
              <a:defRPr sz="2400"/>
            </a:lvl3pPr>
            <a:lvl4pPr marL="1371693" indent="0">
              <a:buNone/>
              <a:defRPr sz="2000"/>
            </a:lvl4pPr>
            <a:lvl5pPr marL="1828925" indent="0">
              <a:buNone/>
              <a:defRPr sz="2000"/>
            </a:lvl5pPr>
            <a:lvl6pPr marL="2286155" indent="0">
              <a:buNone/>
              <a:defRPr sz="2000"/>
            </a:lvl6pPr>
            <a:lvl7pPr marL="2743386" indent="0">
              <a:buNone/>
              <a:defRPr sz="2000"/>
            </a:lvl7pPr>
            <a:lvl8pPr marL="3200618" indent="0">
              <a:buNone/>
              <a:defRPr sz="2000"/>
            </a:lvl8pPr>
            <a:lvl9pPr marL="3657848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0125" y="23698287"/>
            <a:ext cx="25685760" cy="3553692"/>
          </a:xfrm>
        </p:spPr>
        <p:txBody>
          <a:bodyPr/>
          <a:lstStyle>
            <a:lvl1pPr marL="0" indent="0">
              <a:buNone/>
              <a:defRPr sz="1400"/>
            </a:lvl1pPr>
            <a:lvl2pPr marL="457230" indent="0">
              <a:buNone/>
              <a:defRPr sz="1199"/>
            </a:lvl2pPr>
            <a:lvl3pPr marL="914462" indent="0">
              <a:buNone/>
              <a:defRPr sz="1001"/>
            </a:lvl3pPr>
            <a:lvl4pPr marL="1371693" indent="0">
              <a:buNone/>
              <a:defRPr sz="900"/>
            </a:lvl4pPr>
            <a:lvl5pPr marL="1828925" indent="0">
              <a:buNone/>
              <a:defRPr sz="900"/>
            </a:lvl5pPr>
            <a:lvl6pPr marL="2286155" indent="0">
              <a:buNone/>
              <a:defRPr sz="900"/>
            </a:lvl6pPr>
            <a:lvl7pPr marL="2743386" indent="0">
              <a:buNone/>
              <a:defRPr sz="900"/>
            </a:lvl7pPr>
            <a:lvl8pPr marL="3200618" indent="0">
              <a:buNone/>
              <a:defRPr sz="900"/>
            </a:lvl8pPr>
            <a:lvl9pPr marL="365784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1EDF52-2A7D-40F9-8B51-AF015698430D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18870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969A1-6B96-45F9-956E-1D0AC2B68042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769993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502046" y="2691553"/>
            <a:ext cx="9096165" cy="242239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10318" y="2691553"/>
            <a:ext cx="27136624" cy="242239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92FCC-E168-49FB-BAC6-A03D1C9AB273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29825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70125" y="3803650"/>
            <a:ext cx="25739725" cy="713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49187" tIns="224596" rIns="449187" bIns="22459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70125" y="12366625"/>
            <a:ext cx="25739725" cy="256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49187" tIns="224596" rIns="449187" bIns="2245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70125" y="39004875"/>
            <a:ext cx="6308725" cy="285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49187" tIns="224596" rIns="449187" bIns="22459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7001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45738" y="39004875"/>
            <a:ext cx="9588500" cy="285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49187" tIns="224596" rIns="449187" bIns="224596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001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701125" y="39004875"/>
            <a:ext cx="6308725" cy="285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49187" tIns="224596" rIns="449187" bIns="2245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001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77F553CB-4169-495F-BA4E-447912B75DDA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491038" rtl="0" eaLnBrk="0" fontAlgn="base" hangingPunct="0">
        <a:spcBef>
          <a:spcPct val="0"/>
        </a:spcBef>
        <a:spcAft>
          <a:spcPct val="0"/>
        </a:spcAft>
        <a:defRPr sz="216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defTabSz="4491038" rtl="0" eaLnBrk="0" fontAlgn="base" hangingPunct="0">
        <a:spcBef>
          <a:spcPct val="0"/>
        </a:spcBef>
        <a:spcAft>
          <a:spcPct val="0"/>
        </a:spcAft>
        <a:defRPr sz="216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2pPr>
      <a:lvl3pPr algn="ctr" defTabSz="4491038" rtl="0" eaLnBrk="0" fontAlgn="base" hangingPunct="0">
        <a:spcBef>
          <a:spcPct val="0"/>
        </a:spcBef>
        <a:spcAft>
          <a:spcPct val="0"/>
        </a:spcAft>
        <a:defRPr sz="216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3pPr>
      <a:lvl4pPr algn="ctr" defTabSz="4491038" rtl="0" eaLnBrk="0" fontAlgn="base" hangingPunct="0">
        <a:spcBef>
          <a:spcPct val="0"/>
        </a:spcBef>
        <a:spcAft>
          <a:spcPct val="0"/>
        </a:spcAft>
        <a:defRPr sz="216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4pPr>
      <a:lvl5pPr algn="ctr" defTabSz="4491038" rtl="0" eaLnBrk="0" fontAlgn="base" hangingPunct="0">
        <a:spcBef>
          <a:spcPct val="0"/>
        </a:spcBef>
        <a:spcAft>
          <a:spcPct val="0"/>
        </a:spcAft>
        <a:defRPr sz="216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5pPr>
      <a:lvl6pPr marL="457230" algn="ctr" defTabSz="4491343" rtl="0" fontAlgn="base">
        <a:spcBef>
          <a:spcPct val="0"/>
        </a:spcBef>
        <a:spcAft>
          <a:spcPct val="0"/>
        </a:spcAft>
        <a:defRPr sz="21601">
          <a:solidFill>
            <a:schemeClr val="tx2"/>
          </a:solidFill>
          <a:latin typeface="Times New Roman" pitchFamily="18" charset="0"/>
        </a:defRPr>
      </a:lvl6pPr>
      <a:lvl7pPr marL="914462" algn="ctr" defTabSz="4491343" rtl="0" fontAlgn="base">
        <a:spcBef>
          <a:spcPct val="0"/>
        </a:spcBef>
        <a:spcAft>
          <a:spcPct val="0"/>
        </a:spcAft>
        <a:defRPr sz="21601">
          <a:solidFill>
            <a:schemeClr val="tx2"/>
          </a:solidFill>
          <a:latin typeface="Times New Roman" pitchFamily="18" charset="0"/>
        </a:defRPr>
      </a:lvl7pPr>
      <a:lvl8pPr marL="1371693" algn="ctr" defTabSz="4491343" rtl="0" fontAlgn="base">
        <a:spcBef>
          <a:spcPct val="0"/>
        </a:spcBef>
        <a:spcAft>
          <a:spcPct val="0"/>
        </a:spcAft>
        <a:defRPr sz="21601">
          <a:solidFill>
            <a:schemeClr val="tx2"/>
          </a:solidFill>
          <a:latin typeface="Times New Roman" pitchFamily="18" charset="0"/>
        </a:defRPr>
      </a:lvl8pPr>
      <a:lvl9pPr marL="1828925" algn="ctr" defTabSz="4491343" rtl="0" fontAlgn="base">
        <a:spcBef>
          <a:spcPct val="0"/>
        </a:spcBef>
        <a:spcAft>
          <a:spcPct val="0"/>
        </a:spcAft>
        <a:defRPr sz="21601">
          <a:solidFill>
            <a:schemeClr val="tx2"/>
          </a:solidFill>
          <a:latin typeface="Times New Roman" pitchFamily="18" charset="0"/>
        </a:defRPr>
      </a:lvl9pPr>
    </p:titleStyle>
    <p:bodyStyle>
      <a:lvl1pPr marL="1682750" indent="-1682750" algn="l" defTabSz="4491038" rtl="0" eaLnBrk="0" fontAlgn="base" hangingPunct="0">
        <a:spcBef>
          <a:spcPct val="20000"/>
        </a:spcBef>
        <a:spcAft>
          <a:spcPct val="0"/>
        </a:spcAft>
        <a:buChar char="•"/>
        <a:defRPr sz="155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649663" indent="-1400175" algn="l" defTabSz="4491038" rtl="0" eaLnBrk="0" fontAlgn="base" hangingPunct="0">
        <a:spcBef>
          <a:spcPct val="20000"/>
        </a:spcBef>
        <a:spcAft>
          <a:spcPct val="0"/>
        </a:spcAft>
        <a:buChar char="–"/>
        <a:defRPr sz="13600">
          <a:solidFill>
            <a:schemeClr val="tx1"/>
          </a:solidFill>
          <a:latin typeface="+mn-lt"/>
          <a:ea typeface="ＭＳ Ｐゴシック" charset="0"/>
        </a:defRPr>
      </a:lvl2pPr>
      <a:lvl3pPr marL="5614988" indent="-1123950" algn="l" defTabSz="4491038" rtl="0" eaLnBrk="0" fontAlgn="base" hangingPunct="0">
        <a:spcBef>
          <a:spcPct val="20000"/>
        </a:spcBef>
        <a:spcAft>
          <a:spcPct val="0"/>
        </a:spcAft>
        <a:buChar char="•"/>
        <a:defRPr sz="11700">
          <a:solidFill>
            <a:schemeClr val="tx1"/>
          </a:solidFill>
          <a:latin typeface="+mn-lt"/>
          <a:ea typeface="ＭＳ Ｐゴシック" charset="0"/>
        </a:defRPr>
      </a:lvl3pPr>
      <a:lvl4pPr marL="7864475" indent="-1125538" algn="l" defTabSz="4491038" rtl="0" eaLnBrk="0" fontAlgn="base" hangingPunct="0">
        <a:spcBef>
          <a:spcPct val="20000"/>
        </a:spcBef>
        <a:spcAft>
          <a:spcPct val="0"/>
        </a:spcAft>
        <a:buChar char="–"/>
        <a:defRPr sz="9900">
          <a:solidFill>
            <a:schemeClr val="tx1"/>
          </a:solidFill>
          <a:latin typeface="+mn-lt"/>
          <a:ea typeface="ＭＳ Ｐゴシック" charset="0"/>
        </a:defRPr>
      </a:lvl4pPr>
      <a:lvl5pPr marL="10106025" indent="-1125538" algn="l" defTabSz="4491038" rtl="0" eaLnBrk="0" fontAlgn="base" hangingPunct="0">
        <a:spcBef>
          <a:spcPct val="20000"/>
        </a:spcBef>
        <a:spcAft>
          <a:spcPct val="0"/>
        </a:spcAft>
        <a:buChar char="»"/>
        <a:defRPr sz="9900">
          <a:solidFill>
            <a:schemeClr val="tx1"/>
          </a:solidFill>
          <a:latin typeface="+mn-lt"/>
          <a:ea typeface="ＭＳ Ｐゴシック" charset="0"/>
        </a:defRPr>
      </a:lvl5pPr>
      <a:lvl6pPr marL="10563942" indent="-1125614" algn="l" defTabSz="4491343" rtl="0" fontAlgn="base">
        <a:spcBef>
          <a:spcPct val="20000"/>
        </a:spcBef>
        <a:spcAft>
          <a:spcPct val="0"/>
        </a:spcAft>
        <a:buChar char="»"/>
        <a:defRPr sz="9901">
          <a:solidFill>
            <a:schemeClr val="tx1"/>
          </a:solidFill>
          <a:latin typeface="+mn-lt"/>
        </a:defRPr>
      </a:lvl6pPr>
      <a:lvl7pPr marL="11021174" indent="-1125614" algn="l" defTabSz="4491343" rtl="0" fontAlgn="base">
        <a:spcBef>
          <a:spcPct val="20000"/>
        </a:spcBef>
        <a:spcAft>
          <a:spcPct val="0"/>
        </a:spcAft>
        <a:buChar char="»"/>
        <a:defRPr sz="9901">
          <a:solidFill>
            <a:schemeClr val="tx1"/>
          </a:solidFill>
          <a:latin typeface="+mn-lt"/>
        </a:defRPr>
      </a:lvl7pPr>
      <a:lvl8pPr marL="11478404" indent="-1125614" algn="l" defTabSz="4491343" rtl="0" fontAlgn="base">
        <a:spcBef>
          <a:spcPct val="20000"/>
        </a:spcBef>
        <a:spcAft>
          <a:spcPct val="0"/>
        </a:spcAft>
        <a:buChar char="»"/>
        <a:defRPr sz="9901">
          <a:solidFill>
            <a:schemeClr val="tx1"/>
          </a:solidFill>
          <a:latin typeface="+mn-lt"/>
        </a:defRPr>
      </a:lvl8pPr>
      <a:lvl9pPr marL="11935635" indent="-1125614" algn="l" defTabSz="4491343" rtl="0" fontAlgn="base">
        <a:spcBef>
          <a:spcPct val="20000"/>
        </a:spcBef>
        <a:spcAft>
          <a:spcPct val="0"/>
        </a:spcAft>
        <a:buChar char="»"/>
        <a:defRPr sz="990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30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62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93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25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55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86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618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48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image" Target="../media/poster_draft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0279975" cy="42808525"/>
          <a:chOff x="0" y="0"/>
          <a:chExt cx="30279975" cy="42808525"/>
        </a:xfrm>
      </p:grpSpPr>
      <p:pic>
        <p:nvPicPr>
          <p:cNvPr id="2" name="poster_d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279975" cy="428085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D11242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4C67"/>
        </a:solidFill>
        <a:ln w="76200" cap="sq">
          <a:solidFill>
            <a:srgbClr val="969696"/>
          </a:solidFill>
          <a:round/>
          <a:headEnd/>
          <a:tailEnd/>
        </a:ln>
      </a:spPr>
      <a:bodyPr anchor="ctr"/>
      <a:lstStyle>
        <a:defPPr>
          <a:defRPr sz="6600" b="1" dirty="0">
            <a:solidFill>
              <a:schemeClr val="bg1"/>
            </a:solidFill>
            <a:ea typeface="Verdana" pitchFamily="34" charset="0"/>
            <a:cs typeface="Arial" charset="0"/>
          </a:defRPr>
        </a:defPPr>
      </a:lstStyle>
    </a:spDef>
    <a:lnDef>
      <a:spPr bwMode="auto">
        <a:solidFill>
          <a:schemeClr val="accent1"/>
        </a:solidFill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25232</TotalTime>
  <Words>374</Words>
  <Application>Microsoft Office PowerPoint</Application>
  <PresentationFormat>自定义</PresentationFormat>
  <Paragraphs>81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Cambria Math</vt:lpstr>
      <vt:lpstr>Helvetica</vt:lpstr>
      <vt:lpstr>Times New Roman</vt:lpstr>
      <vt:lpstr>Default Design</vt:lpstr>
      <vt:lpstr>PowerPoint 演示文稿</vt:lpstr>
    </vt:vector>
  </TitlesOfParts>
  <Company>University of Cambridge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Anne Koerber</dc:creator>
  <cp:lastModifiedBy>扬天 张</cp:lastModifiedBy>
  <cp:revision>684</cp:revision>
  <cp:lastPrinted>2016-07-04T05:07:13Z</cp:lastPrinted>
  <dcterms:created xsi:type="dcterms:W3CDTF">2000-02-09T12:19:10Z</dcterms:created>
  <dcterms:modified xsi:type="dcterms:W3CDTF">2021-05-07T14:27:30Z</dcterms:modified>
</cp:coreProperties>
</file>